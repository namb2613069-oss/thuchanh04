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D7890-BB4A-401A-897D-05E5B5D0C1A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DC4CC-DFF7-4C08-ACC8-66F04FDD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6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37A1-CEA2-9C17-5105-2A5580555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73D8A-E2D4-8256-BA90-F8FFC4D04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79A3E-CA1B-E5EB-5DE1-CB0AEFE5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138A-18EE-4561-86EF-366E332220C8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A45E3-1B48-BD99-C68D-A596D51B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FE2C7-5C4A-8A30-5F97-B2BA8FAE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8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8381-F8E5-4725-1ECB-69163A52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35287-5AE9-E89B-7F9E-DF45C3796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3BFA2-DAAF-6144-69A6-5DFE71B79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4197-5D0B-4535-81C7-FE9C660ED37A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395D9-5F97-2927-6BE1-267265DF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DE20C-624C-AD14-3BA6-5990C90C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7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1082C-CF38-1FEE-7BAB-AAF9FCAD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E717D-620B-D216-1F94-821CBF2C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FEE35-4C30-E490-DA2A-11C5C3CE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665D-1594-4BBE-B51A-9531CFD7505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FA7B6-DC7D-3E51-F140-08C2E312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AE408-E04A-AEB4-5629-BC5D3A69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319D-BC7E-0B10-68C1-854EA5266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6085-4B34-E1F0-5E2B-A4E7DC754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7208E-CB0A-B9EA-1FEA-9F3AD6159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0B21B-5B0F-53A6-41F6-C5E67B22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147C-7603-40B9-B603-858CE625082C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3218A-B169-5AAA-F823-90F122BD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7A8C2-66AF-9AB5-507E-59E8FEE9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B991-BEA6-F3B6-D951-C8F285E68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79F91-FCFF-E495-18C8-069AF6E2B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E373D-A59E-B257-9D21-917A63083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1E1E7-7E55-1A00-24AB-00E591187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8556D2-D305-DCBE-1CFF-E7CA91601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8D29B-851F-C371-D7B4-DE5392AB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B05C-758B-40BC-8D26-9AF7CF93DB41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9C9294-388F-194D-5C03-B0E649DC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D70D3-1E58-E9A6-3D5B-06B597F8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2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AF1E-50CC-3236-6EB0-CE32C63D4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DCD4F-9D1C-B76B-A6AC-2527786D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76D-E640-4D4A-ADB2-9AC75216EC96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CC06E-0ED1-5FE3-EC72-7D86C872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1231A-A255-8F21-1AD1-08B787D4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5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D2E9D1-7DCC-4FCB-A1C4-FE6B36893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1003-287C-43BF-90A7-8093C7126AEE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327FC-63C1-73D1-7010-D38CA71C6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D961A-A267-58DB-F15A-CACBE368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7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F0E5-DF41-2158-82A9-9FAC9516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BBD7A-AF80-FFEA-DDA8-C01D20EBC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6F6C9-B1E2-CBD0-9BD4-39B528C36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59BDE-0F4A-F2BF-9694-CD8C132A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E7E4-34AF-4B80-ADF6-CE6B4300F345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1783F-ED87-76A8-CBA7-66B26A78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E31A1-C99A-0D85-C07F-1B77568D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8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22DB-53D7-F49E-2A00-9CFEB51A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46B67-7CA5-0C52-67B7-F457EC34A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FD933-31F3-FDE6-04CC-C3A307A53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1B02C-5ECB-3ED3-03B1-60A0F064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6D26-A7BF-475D-87BD-54B16E0C975A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9CE88-E134-31E0-C04E-085A4B51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C9729-A607-F962-91D4-B1F9DF9C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4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29FB-5483-9525-B062-81087A77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ED5D5-E9AC-2B36-64AD-D15C26304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AA105-659C-9B72-F89D-4B1FC733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CFE-831B-457C-AEDA-CDAD765ACCF8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739D9-2643-F475-5AA9-B89BC228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10A97-0473-6004-A08E-7DD19C49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8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211E03-892D-D547-C7EB-7B538627B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3FA7E-B4C5-D447-E68D-C4E449724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4F934-2966-670B-FCA5-A4F6F37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2CA27-B9DC-48CD-AE37-5C42A7BAB903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49D30-985B-4879-211D-715064EE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39699-22EC-BCC5-820C-63D7EE807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2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E6BDC9-C1D2-5FF0-2E5A-34027264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505F0-DC50-6BFB-FA9C-EA139D86B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B8CAA-646E-0981-44C5-F5A0AD40A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250F3-A171-4F4E-B6C8-5D69905A55B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1BE20-EA48-F9E7-1C85-14FB94FF3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B88D1-CC4A-B567-0889-7158EB4F0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3E35C-0B92-4277-854E-4CEC92257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1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1C841-29D5-3525-B890-EC6FFF2BB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 CỤC MỘT BÀI THUYẾT TRÌNH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5866A-CE42-4B28-30A3-45AA6181CA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B23FC6-DD8D-0EBC-B3C8-0ABE5E918FD4}"/>
              </a:ext>
            </a:extLst>
          </p:cNvPr>
          <p:cNvSpPr txBox="1"/>
          <p:nvPr/>
        </p:nvSpPr>
        <p:spPr>
          <a:xfrm>
            <a:off x="6086060" y="4579006"/>
            <a:ext cx="4581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VLOS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91B27-A997-CBE1-856B-A7E3CE60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6076" y="6234768"/>
            <a:ext cx="1007723" cy="486707"/>
          </a:xfrm>
        </p:spPr>
        <p:txBody>
          <a:bodyPr/>
          <a:lstStyle/>
          <a:p>
            <a:fld id="{C503E35C-0B92-4277-854E-4CEC92257DBA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709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8E89-49F8-9202-2871-CAB19016D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339" y="824947"/>
            <a:ext cx="2653748" cy="562459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sz="4000" b="1" dirty="0">
              <a:solidFill>
                <a:srgbClr val="9966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B39E8-5CD4-2F74-37FD-8BCC0A719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826" y="1942202"/>
            <a:ext cx="9144000" cy="3405049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ý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D849F-9362-6891-AE87-7510DC9F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082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8E89-49F8-9202-2871-CAB19016D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338" y="824947"/>
            <a:ext cx="3279913" cy="562459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4000" b="1" dirty="0">
              <a:solidFill>
                <a:srgbClr val="9966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B39E8-5CD4-2F74-37FD-8BCC0A719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826" y="1942202"/>
            <a:ext cx="9144000" cy="3405049"/>
          </a:xfrm>
        </p:spPr>
        <p:txBody>
          <a:bodyPr>
            <a:normAutofit fontScale="625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hút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Sử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dụng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một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đoạn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trích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dẫn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hứa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Thậm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11566-7602-6AE4-A567-A2DFB7918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8560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8E89-49F8-9202-2871-CAB19016D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677" y="804399"/>
            <a:ext cx="3279913" cy="562459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000" b="1" dirty="0">
              <a:solidFill>
                <a:srgbClr val="9966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B39E8-5CD4-2F74-37FD-8BCC0A719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826" y="1942202"/>
            <a:ext cx="9144000" cy="3405049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Cung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cấp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ví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dụ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chứng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minh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25975-B46B-6907-697E-D978552E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650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8E89-49F8-9202-2871-CAB19016D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630" y="855770"/>
            <a:ext cx="3279913" cy="562459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endParaRPr lang="en-US" sz="4000" b="1" dirty="0">
              <a:solidFill>
                <a:srgbClr val="9966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B39E8-5CD4-2F74-37FD-8BCC0A719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826" y="1942202"/>
            <a:ext cx="9377104" cy="3405049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Times New Roman" panose="02020603050405020304" pitchFamily="18" charset="0"/>
              <a:buChar char="−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E870D-65C7-771C-737F-9308C940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559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BA27-8D51-AB73-22A3-1FC045AE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110" y="2656262"/>
            <a:ext cx="6610564" cy="1325563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61F365-F925-CD11-FF6B-8BD771CE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166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8E89-49F8-9202-2871-CAB19016D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533" y="876318"/>
            <a:ext cx="11116975" cy="562459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sz="4000" b="1" dirty="0">
              <a:solidFill>
                <a:srgbClr val="9966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B39E8-5CD4-2F74-37FD-8BCC0A719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826" y="1942202"/>
            <a:ext cx="9144000" cy="403948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“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giỏi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CNTT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CNTT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pPr lvl="1"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Return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CFE9E99-66E7-5853-770F-22A85F6E2FFB}"/>
              </a:ext>
            </a:extLst>
          </p:cNvPr>
          <p:cNvSpPr/>
          <p:nvPr/>
        </p:nvSpPr>
        <p:spPr>
          <a:xfrm>
            <a:off x="5108713" y="5844209"/>
            <a:ext cx="755374" cy="834887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CD368-4DCC-4F5F-7C6C-7E12F63B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78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8E89-49F8-9202-2871-CAB19016D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437" y="855770"/>
            <a:ext cx="7716229" cy="562459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40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endParaRPr lang="en-US" sz="4000" b="1" dirty="0">
              <a:solidFill>
                <a:srgbClr val="9966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B39E8-5CD4-2F74-37FD-8BCC0A719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3907" y="1572333"/>
            <a:ext cx="9144000" cy="831820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tuyển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FCE65F-3762-566B-ABB4-2C68726C6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096648"/>
              </p:ext>
            </p:extLst>
          </p:nvPr>
        </p:nvGraphicFramePr>
        <p:xfrm>
          <a:off x="1417834" y="2281338"/>
          <a:ext cx="8135768" cy="3962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808306">
                  <a:extLst>
                    <a:ext uri="{9D8B030D-6E8A-4147-A177-3AD203B41FA5}">
                      <a16:colId xmlns:a16="http://schemas.microsoft.com/office/drawing/2014/main" val="2355315818"/>
                    </a:ext>
                  </a:extLst>
                </a:gridCol>
                <a:gridCol w="3327462">
                  <a:extLst>
                    <a:ext uri="{9D8B030D-6E8A-4147-A177-3AD203B41FA5}">
                      <a16:colId xmlns:a16="http://schemas.microsoft.com/office/drawing/2014/main" val="2301607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Tên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ngành</a:t>
                      </a:r>
                      <a:r>
                        <a:rPr lang="en-US" sz="2000" dirty="0"/>
                        <a:t>/</a:t>
                      </a:r>
                      <a:r>
                        <a:rPr lang="en-US" sz="2000" dirty="0" err="1"/>
                        <a:t>chuyên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ngành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          </a:t>
                      </a:r>
                      <a:r>
                        <a:rPr lang="en-US" sz="2000" dirty="0" err="1"/>
                        <a:t>Số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lượng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tuyển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sinh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865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Công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nghệ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thông</a:t>
                      </a:r>
                      <a:r>
                        <a:rPr lang="en-US" sz="2000" dirty="0"/>
                        <a:t> tin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272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455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Công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nghệ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thông</a:t>
                      </a:r>
                      <a:r>
                        <a:rPr lang="en-US" sz="2000" dirty="0"/>
                        <a:t> tin - CLC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144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12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Công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nghệ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thông</a:t>
                      </a:r>
                      <a:r>
                        <a:rPr lang="en-US" sz="2000" dirty="0"/>
                        <a:t> tin - 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75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409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Mạng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máy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tính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và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truyền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thông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dữ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liệu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149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450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Kỹ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thuật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phần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mềm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266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987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Hệ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thống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thông</a:t>
                      </a:r>
                      <a:r>
                        <a:rPr lang="en-US" sz="2000" dirty="0"/>
                        <a:t> tin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135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52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Khoa </a:t>
                      </a:r>
                      <a:r>
                        <a:rPr lang="en-US" sz="2000" dirty="0" err="1"/>
                        <a:t>học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máy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tính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178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25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Tin </a:t>
                      </a:r>
                      <a:r>
                        <a:rPr lang="en-US" sz="2000" dirty="0" err="1"/>
                        <a:t>học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Ứng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dụng</a:t>
                      </a:r>
                      <a:r>
                        <a:rPr lang="en-US" sz="2000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007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Tổng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1251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768194"/>
                  </a:ext>
                </a:extLst>
              </a:tr>
            </a:tbl>
          </a:graphicData>
        </a:graphic>
      </p:graphicFrame>
      <p:sp>
        <p:nvSpPr>
          <p:cNvPr id="4" name="Action Button: Return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ED18A7D-AF79-8BFB-0E8E-259B5DC434D5}"/>
              </a:ext>
            </a:extLst>
          </p:cNvPr>
          <p:cNvSpPr/>
          <p:nvPr/>
        </p:nvSpPr>
        <p:spPr>
          <a:xfrm>
            <a:off x="9471991" y="855770"/>
            <a:ext cx="825916" cy="716563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3460F-EE67-91EB-A7D3-0645EB40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3E35C-0B92-4277-854E-4CEC92257DBA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15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379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BỐ CỤC MỘT BÀI THUYẾT TRÌNH</vt:lpstr>
      <vt:lpstr>Giới thiệu</vt:lpstr>
      <vt:lpstr>Phần mở đầu</vt:lpstr>
      <vt:lpstr>Phần chính</vt:lpstr>
      <vt:lpstr>Phần kết</vt:lpstr>
      <vt:lpstr>Cảm ơn sự chú ý của quý vị</vt:lpstr>
      <vt:lpstr>Ví dụ: sử dụng một đoạn trích dẫn khi giới thiệu</vt:lpstr>
      <vt:lpstr>Ví dụ minh chứng một vấn đề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2026-09-20T07:45:51Z</dcterms:created>
  <dcterms:modified xsi:type="dcterms:W3CDTF">2026-09-20T09:01:45Z</dcterms:modified>
</cp:coreProperties>
</file>