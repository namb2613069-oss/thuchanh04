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D84A-7B48-5898-9B0F-4AA8DA3AD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85B14-9062-E837-D941-373B93647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274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96D3-C7E4-92F2-14D7-B1BA7386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F55C-324C-9F80-4188-DF20D2A9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Font typeface="Times New Roman" panose="02020603050405020304" pitchFamily="18" charset="0"/>
              <a:buChar char="-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Times New Roman" panose="02020603050405020304" pitchFamily="18" charset="0"/>
              <a:buChar char="+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016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733E-5A62-C851-02AA-156C9638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085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66AAA-9597-9A50-3990-CFE57117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DF8C0-E74A-84C4-7F7F-BE5869C5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E8B7-B36A-8F4F-BDA3-B5B0B4BB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9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359B-B094-3592-0C2A-7D0AA43D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776E-4598-6A3E-3C93-F304D7739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B6EC5-F587-1E3D-7C1B-F4BF4F9BE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ECF34-AE91-5E07-8A80-AC399064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07F5-7A3A-672F-DF3B-7BC085B8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A01D9-D4BA-C178-A423-8FF93E50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E3BB-8BC0-7ED0-B10A-AACAFC03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43334-D36F-259D-52DC-FFFD180AA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EF54C-DB50-1F8C-F888-9639D34AA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58254-B191-E9F0-A01E-232405F1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2CEB7-AD51-FA36-549A-4C3EEB90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AFF20-1E0D-C0B4-2C51-8DBFE837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5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EA40-D189-5D96-6EBD-4D1FAEF2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C1C05-38AE-224D-7157-3D779E506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FD6A1-7238-7393-BD74-5B6DB1CD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4AB6-0181-74A8-8C0E-D2A56D94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2875-225E-9BBE-965D-23082A53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4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65DA3-ACF2-ED7B-D733-4A91CC76D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15403-8F2C-430A-EBB4-75AD5F18F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A082C-5A63-DF3C-659F-25645F21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45285-7D49-A647-FBDE-793828A7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7AC74-FA56-3650-BEC5-AD7A6D11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9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D7C94-32E3-ABBB-7984-CBDBA10B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2DB1D-C092-66FB-2C2D-36B48AFC5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53063-4A5B-087D-AA44-3250C7278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3A460-133E-4DFE-81A6-467DE4DBC92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B5192-AA55-1D8F-B2DE-6902F6A12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F12DA-DCA5-A4F6-5F82-93C205A1A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7D0DF-8874-40B0-9D09-4B3455F2C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7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67405-F4FD-45CB-42C8-6E963E649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63072-1F81-9C28-99F9-2BC26B782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3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2026-09-20T02:37:39Z</dcterms:created>
  <dcterms:modified xsi:type="dcterms:W3CDTF">2026-09-20T09:05:27Z</dcterms:modified>
</cp:coreProperties>
</file>